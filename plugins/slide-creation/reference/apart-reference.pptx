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y="5143500" cx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Apart Dark">
    <a:wholeTbl>
      <a:tcTxStyle>
        <a:fontRef idx="minor"/>
        <a:schemeClr val="tx1"/>
      </a:tcTxStyle>
      <a:tcStyle>
        <a:tcBdr>
          <a:bottom>
            <a:ln w="6350" cap="flat">
              <a:solidFill>
                <a:srgbClr val="2A2A2A"/>
              </a:solidFill>
            </a:ln>
          </a:bottom>
        </a:tcBdr>
        <a:fill>
          <a:noFill/>
        </a:fill>
      </a:tcStyle>
    </a:wholeTbl>
    <a:firstRow>
      <a:tcTxStyle b="on">
        <a:fontRef idx="minor"/>
        <a:schemeClr val="tx1"/>
      </a:tcTxStyle>
      <a:tcStyle>
        <a:tcBdr>
          <a:bottom>
            <a:ln w="19050" cap="flat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>
            <a:lvl1pPr algn="l">
              <a:defRPr sz="54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20000"/>
            <a:ext cx="8229600" cy="2880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130000"/>
            <a:ext cx="8229600" cy="520000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900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pic>
        <p:nvPicPr>
          <p:cNvPr id="9900" name="Google Shape;8;p1"/>
          <p:cNvPicPr preferRelativeResize="0"/>
          <p:nvPr/>
        </p:nvPicPr>
        <p:blipFill>
          <a:blip r:embed="rId900">
            <a:alphaModFix/>
          </a:blip>
          <a:stretch>
            <a:fillRect/>
          </a:stretch>
        </p:blipFill>
        <p:spPr>
          <a:xfrm>
            <a:off x="8442960" y="4345485"/>
            <a:ext cx="548640" cy="54864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4000" kern="1200" b="1" spc="-6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lnSpc>
          <a:spcPct val="128000"/>
        </a:lnSpc>
        <a:spcBef>
          <a:spcPct val="55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lnSpc>
          <a:spcPct val="128000"/>
        </a:lnSpc>
        <a:spcBef>
          <a:spcPct val="55000"/>
        </a:spcBef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part Custom">
  <a:themeElements>
    <a:clrScheme name="Simple Light">
      <a:dk1>
        <a:srgbClr val="F7F7F5"/>
      </a:dk1>
      <a:lt1>
        <a:srgbClr val="101010"/>
      </a:lt1>
      <a:dk2>
        <a:srgbClr val="F3F3F3"/>
      </a:dk2>
      <a:lt2>
        <a:srgbClr val="A2FECB"/>
      </a:lt2>
      <a:accent1>
        <a:srgbClr val="46FF99"/>
      </a:accent1>
      <a:accent2>
        <a:srgbClr val="000000"/>
      </a:accent2>
      <a:accent3>
        <a:srgbClr val="26C26B"/>
      </a:accent3>
      <a:accent4>
        <a:srgbClr val="45FE98"/>
      </a:accent4>
      <a:accent5>
        <a:srgbClr val="FFFFFF"/>
      </a:accent5>
      <a:accent6>
        <a:srgbClr val="616161"/>
      </a:accent6>
      <a:hlink>
        <a:srgbClr val="46FF99"/>
      </a:hlink>
      <a:folHlink>
        <a:srgbClr val="26C26B"/>
      </a:folHlink>
    </a:clrScheme>
    <a:fontScheme name="Office">
      <a:maj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nter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