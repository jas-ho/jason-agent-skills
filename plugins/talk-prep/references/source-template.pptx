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592078-9B3D-475F-A982-FDEB86921355}">
  <a:tblStyle styleId="{56592078-9B3D-475F-A982-FDEB869213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8ffadf6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a8ffadf6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82c1db1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82c1db1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2c1db1e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2c1db1e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82c1db1e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82c1db1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82c1db1e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82c1db1e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82c1db1e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82c1db1e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82c1db1e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82c1db1e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82c1db1e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82c1db1e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82c1db1e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82c1db1e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82c1db1e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82c1db1e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82c1db1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82c1db1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02729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FE98"/>
              </a:buClr>
              <a:buSzPts val="5200"/>
              <a:buNone/>
              <a:defRPr sz="5200">
                <a:solidFill>
                  <a:srgbClr val="45FE98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FDDF"/>
              </a:buClr>
              <a:buSzPts val="2800"/>
              <a:buNone/>
              <a:defRPr sz="2800">
                <a:solidFill>
                  <a:srgbClr val="B3FDD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graphicFrame>
        <p:nvGraphicFramePr>
          <p:cNvPr id="12" name="Google Shape;12;p2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Arial"/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graphicFrame>
        <p:nvGraphicFramePr>
          <p:cNvPr id="15" name="Google Shape;15;p3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Apart Research</a:t>
                      </a:r>
                      <a:endParaRPr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‹#›</a:t>
                      </a:fld>
                      <a:endParaRPr b="1" sz="800">
                        <a:solidFill>
                          <a:schemeClr val="accent6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aphicFrame>
        <p:nvGraphicFramePr>
          <p:cNvPr id="19" name="Google Shape;19;p4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graphicFrame>
        <p:nvGraphicFramePr>
          <p:cNvPr id="24" name="Google Shape;24;p5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27" name="Google Shape;27;p6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graphicFrame>
        <p:nvGraphicFramePr>
          <p:cNvPr id="31" name="Google Shape;31;p7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aphicFrame>
        <p:nvGraphicFramePr>
          <p:cNvPr id="34" name="Google Shape;34;p8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aphicFrame>
        <p:nvGraphicFramePr>
          <p:cNvPr id="40" name="Google Shape;40;p9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accent6"/>
                          </a:solidFill>
                        </a:rPr>
                        <a:t>‹#›</a:t>
                      </a:fld>
                      <a:endParaRPr b="1" sz="800">
                        <a:solidFill>
                          <a:schemeClr val="accent6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graphicFrame>
        <p:nvGraphicFramePr>
          <p:cNvPr id="43" name="Google Shape;43;p10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aphicFrame>
        <p:nvGraphicFramePr>
          <p:cNvPr id="47" name="Google Shape;47;p11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2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" sz="1000">
                          <a:solidFill>
                            <a:srgbClr val="45FE9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Apart Research</a:t>
                      </a:r>
                      <a:endParaRPr sz="1000">
                        <a:solidFill>
                          <a:srgbClr val="45FE9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lt2"/>
                          </a:solidFill>
                        </a:rPr>
                        <a:t>‹#›</a:t>
                      </a:fld>
                      <a:endParaRPr b="1" sz="800">
                        <a:solidFill>
                          <a:srgbClr val="1490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ke-away">
  <p:cSld name="CUSTOM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468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graphicFrame>
        <p:nvGraphicFramePr>
          <p:cNvPr id="52" name="Google Shape;52;p13"/>
          <p:cNvGraphicFramePr/>
          <p:nvPr/>
        </p:nvGraphicFramePr>
        <p:xfrm>
          <a:off x="116638" y="463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{56592078-9B3D-475F-A982-FDEB86921355}</a:tableStyleId>
              </a:tblPr>
              <a:tblGrid>
                <a:gridCol w="2910500"/>
                <a:gridCol w="2982250"/>
                <a:gridCol w="29822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Apart Research</a:t>
                      </a:r>
                      <a:endParaRPr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fld id="{00000000-1234-1234-1234-123412341234}" type="slidenum">
                        <a:rPr lang="en" sz="1000">
                          <a:solidFill>
                            <a:schemeClr val="accent6"/>
                          </a:solidFill>
                        </a:rPr>
                        <a:t>‹#›</a:t>
                      </a:fld>
                      <a:endParaRPr b="1" sz="800">
                        <a:solidFill>
                          <a:schemeClr val="accent6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50" marB="91450" marR="91450" marL="9145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027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Inter"/>
              <a:buNone/>
              <a:defRPr sz="2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52400" y="470362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80"/>
              <a:t>Title</a:t>
            </a:r>
            <a:endParaRPr sz="4080"/>
          </a:p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6"/>
              <a:buFont typeface="Arial"/>
              <a:buNone/>
            </a:pPr>
            <a:r>
              <a:rPr lang="en" sz="2574">
                <a:solidFill>
                  <a:schemeClr val="dk1"/>
                </a:solidFill>
              </a:rPr>
              <a:t>Name</a:t>
            </a:r>
            <a:r>
              <a:rPr lang="en" sz="2574">
                <a:solidFill>
                  <a:schemeClr val="dk1"/>
                </a:solidFill>
              </a:rPr>
              <a:t>, Role - Apart Research</a:t>
            </a:r>
            <a:endParaRPr sz="139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Title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Bullet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Bullet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Header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Column 1</a:t>
            </a:r>
            <a:endParaRPr/>
          </a:p>
        </p:txBody>
      </p:sp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Column 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	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Left Column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Break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Insight</a:t>
            </a:r>
            <a:endParaRPr/>
          </a:p>
        </p:txBody>
      </p:sp>
      <p:sp>
        <p:nvSpPr>
          <p:cNvPr id="94" name="Google Shape;94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5" name="Google Shape;95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Subtitle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text here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Increase in participation</a:t>
            </a:r>
            <a:endParaRPr/>
          </a:p>
        </p:txBody>
      </p:sp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Bullet 1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Bullet 2</a:t>
            </a:r>
            <a:endParaRPr/>
          </a:p>
        </p:txBody>
      </p:sp>
      <p:sp>
        <p:nvSpPr>
          <p:cNvPr id="116" name="Google Shape;116;p24"/>
          <p:cNvSpPr txBox="1"/>
          <p:nvPr>
            <p:ph type="title"/>
          </p:nvPr>
        </p:nvSpPr>
        <p:spPr>
          <a:xfrm>
            <a:off x="311700" y="2468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Take-Aways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part Custom">
  <a:themeElements>
    <a:clrScheme name="Simple Light">
      <a:dk1>
        <a:srgbClr val="F8F8F8"/>
      </a:dk1>
      <a:lt1>
        <a:srgbClr val="202729"/>
      </a:lt1>
      <a:dk2>
        <a:srgbClr val="F3F3F3"/>
      </a:dk2>
      <a:lt2>
        <a:srgbClr val="A2FECB"/>
      </a:lt2>
      <a:accent1>
        <a:srgbClr val="05CE7C"/>
      </a:accent1>
      <a:accent2>
        <a:srgbClr val="000000"/>
      </a:accent2>
      <a:accent3>
        <a:srgbClr val="14903F"/>
      </a:accent3>
      <a:accent4>
        <a:srgbClr val="45FE98"/>
      </a:accent4>
      <a:accent5>
        <a:srgbClr val="FFFFFF"/>
      </a:accent5>
      <a:accent6>
        <a:srgbClr val="616161"/>
      </a:accent6>
      <a:hlink>
        <a:srgbClr val="22B7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